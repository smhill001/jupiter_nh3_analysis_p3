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3" r:id="rId2"/>
    <p:sldId id="257" r:id="rId3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42" d="100"/>
          <a:sy n="42" d="100"/>
        </p:scale>
        <p:origin x="9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71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5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8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4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8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60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23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13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26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57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8A198-E1B1-4E07-BA63-B848E5929EE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74E15-5C7E-4A40-A290-A04B793B69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6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B18E8-03C6-AFC6-02BE-0E22C379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Routines Calling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A609-764A-A6EB-C6C8-FA44FCB0F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New – SMH 2025-11-20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394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5D3435-F86E-61C4-699C-631907598578}"/>
              </a:ext>
            </a:extLst>
          </p:cNvPr>
          <p:cNvSpPr/>
          <p:nvPr/>
        </p:nvSpPr>
        <p:spPr>
          <a:xfrm>
            <a:off x="5022850" y="4233322"/>
            <a:ext cx="2362200" cy="39979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Profile_L3_multi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992E4D5-CE59-830E-E1E8-46641C600A5B}"/>
              </a:ext>
            </a:extLst>
          </p:cNvPr>
          <p:cNvSpPr/>
          <p:nvPr/>
        </p:nvSpPr>
        <p:spPr>
          <a:xfrm>
            <a:off x="8566150" y="4236810"/>
            <a:ext cx="2925966" cy="396302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 err="1"/>
              <a:t>plot_profile_scatter</a:t>
            </a:r>
            <a:endParaRPr lang="en-US" sz="24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02518D63-B849-6E76-2E15-44BD53CF4AE5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rot="16200000" flipH="1">
            <a:off x="8609570" y="2817247"/>
            <a:ext cx="937992" cy="1901133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CDC7F3-6AD8-6FC4-0309-96C3E8DAF7A3}"/>
              </a:ext>
            </a:extLst>
          </p:cNvPr>
          <p:cNvSpPr/>
          <p:nvPr/>
        </p:nvSpPr>
        <p:spPr>
          <a:xfrm>
            <a:off x="6756400" y="2899028"/>
            <a:ext cx="2743200" cy="39979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Profile_L3_script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DC16DDD-94F7-9B91-EA77-CD645400579C}"/>
              </a:ext>
            </a:extLst>
          </p:cNvPr>
          <p:cNvCxnSpPr>
            <a:cxnSpLocks/>
            <a:stCxn id="8" idx="2"/>
            <a:endCxn id="2" idx="0"/>
          </p:cNvCxnSpPr>
          <p:nvPr/>
        </p:nvCxnSpPr>
        <p:spPr>
          <a:xfrm rot="5400000">
            <a:off x="6698723" y="2804045"/>
            <a:ext cx="934504" cy="1924050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9DA04B4-FA38-A6E6-D758-4BC51B02C0F2}"/>
              </a:ext>
            </a:extLst>
          </p:cNvPr>
          <p:cNvSpPr txBox="1"/>
          <p:nvPr/>
        </p:nvSpPr>
        <p:spPr>
          <a:xfrm>
            <a:off x="2504548" y="1873869"/>
            <a:ext cx="11246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2810" indent="-812810">
              <a:buFont typeface="Arial" panose="020B0604020202020204" pitchFamily="34" charset="0"/>
              <a:buChar char="•"/>
            </a:pPr>
            <a:r>
              <a:rPr lang="en-US" sz="2800" dirty="0"/>
              <a:t>Creates 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30EDE7F-F5AD-B168-E755-E0CF3B6BBF2B}"/>
              </a:ext>
            </a:extLst>
          </p:cNvPr>
          <p:cNvSpPr/>
          <p:nvPr/>
        </p:nvSpPr>
        <p:spPr>
          <a:xfrm>
            <a:off x="4508500" y="5367721"/>
            <a:ext cx="3390900" cy="39979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plot_profile_L3_granular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D131C3E-6B0D-4069-5239-8C9A896340B2}"/>
              </a:ext>
            </a:extLst>
          </p:cNvPr>
          <p:cNvSpPr/>
          <p:nvPr/>
        </p:nvSpPr>
        <p:spPr>
          <a:xfrm>
            <a:off x="1003300" y="5357899"/>
            <a:ext cx="3416300" cy="39979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 err="1"/>
              <a:t>plot_TEXES_Groups</a:t>
            </a:r>
            <a:endParaRPr lang="en-US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0AD69AB-1BF5-991F-3935-79531D3B97FE}"/>
              </a:ext>
            </a:extLst>
          </p:cNvPr>
          <p:cNvSpPr/>
          <p:nvPr/>
        </p:nvSpPr>
        <p:spPr>
          <a:xfrm>
            <a:off x="8102602" y="5367721"/>
            <a:ext cx="2908300" cy="39979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PTG.plot_profile_L3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CB50A267-7AC3-FA9F-3F20-ABCC1633A912}"/>
              </a:ext>
            </a:extLst>
          </p:cNvPr>
          <p:cNvCxnSpPr>
            <a:cxnSpLocks/>
            <a:stCxn id="2" idx="2"/>
            <a:endCxn id="43" idx="0"/>
          </p:cNvCxnSpPr>
          <p:nvPr/>
        </p:nvCxnSpPr>
        <p:spPr>
          <a:xfrm rot="5400000">
            <a:off x="4095307" y="3249255"/>
            <a:ext cx="724787" cy="3492500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DDF9C54-0B4A-0BEA-F507-46DDC5C25DE5}"/>
              </a:ext>
            </a:extLst>
          </p:cNvPr>
          <p:cNvSpPr/>
          <p:nvPr/>
        </p:nvSpPr>
        <p:spPr>
          <a:xfrm>
            <a:off x="4502150" y="6398033"/>
            <a:ext cx="3390900" cy="39979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 err="1"/>
              <a:t>get_batch_lists</a:t>
            </a:r>
            <a:endParaRPr lang="en-US" sz="2400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62637FA-198E-1A74-C869-B8207BB851AC}"/>
              </a:ext>
            </a:extLst>
          </p:cNvPr>
          <p:cNvSpPr/>
          <p:nvPr/>
        </p:nvSpPr>
        <p:spPr>
          <a:xfrm>
            <a:off x="809098" y="6398033"/>
            <a:ext cx="3390900" cy="39979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 err="1"/>
              <a:t>get_obs_list</a:t>
            </a:r>
            <a:endParaRPr lang="en-US" sz="2400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2A36508-7D13-7524-882C-BABABED4435C}"/>
              </a:ext>
            </a:extLst>
          </p:cNvPr>
          <p:cNvSpPr/>
          <p:nvPr/>
        </p:nvSpPr>
        <p:spPr>
          <a:xfrm>
            <a:off x="8197849" y="6398033"/>
            <a:ext cx="3390900" cy="39979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 err="1"/>
              <a:t>extract_profile</a:t>
            </a:r>
            <a:endParaRPr lang="en-US" sz="2400" dirty="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F50869F-76DC-9E8D-B9EF-7A4E049291D9}"/>
              </a:ext>
            </a:extLst>
          </p:cNvPr>
          <p:cNvCxnSpPr>
            <a:cxnSpLocks/>
            <a:stCxn id="2" idx="2"/>
            <a:endCxn id="44" idx="0"/>
          </p:cNvCxnSpPr>
          <p:nvPr/>
        </p:nvCxnSpPr>
        <p:spPr>
          <a:xfrm rot="16200000" flipH="1">
            <a:off x="7513047" y="3324015"/>
            <a:ext cx="734609" cy="3352802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F4711B58-C27A-C987-2A35-0E3AC51E5588}"/>
              </a:ext>
            </a:extLst>
          </p:cNvPr>
          <p:cNvCxnSpPr>
            <a:cxnSpLocks/>
            <a:stCxn id="42" idx="2"/>
            <a:endCxn id="53" idx="0"/>
          </p:cNvCxnSpPr>
          <p:nvPr/>
        </p:nvCxnSpPr>
        <p:spPr>
          <a:xfrm rot="5400000">
            <a:off x="4038988" y="4233071"/>
            <a:ext cx="630522" cy="3699402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8F1CBBE-34B9-9A25-347B-1C442D48D479}"/>
              </a:ext>
            </a:extLst>
          </p:cNvPr>
          <p:cNvCxnSpPr>
            <a:cxnSpLocks/>
            <a:stCxn id="42" idx="2"/>
            <a:endCxn id="54" idx="0"/>
          </p:cNvCxnSpPr>
          <p:nvPr/>
        </p:nvCxnSpPr>
        <p:spPr>
          <a:xfrm rot="16200000" flipH="1">
            <a:off x="7733363" y="4238097"/>
            <a:ext cx="630522" cy="3689349"/>
          </a:xfrm>
          <a:prstGeom prst="bentConnector3">
            <a:avLst>
              <a:gd name="adj1" fmla="val 50000"/>
            </a:avLst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B75E520-6C1C-DDBC-4224-0415B66B19C5}"/>
              </a:ext>
            </a:extLst>
          </p:cNvPr>
          <p:cNvCxnSpPr>
            <a:cxnSpLocks/>
            <a:stCxn id="2" idx="2"/>
            <a:endCxn id="42" idx="0"/>
          </p:cNvCxnSpPr>
          <p:nvPr/>
        </p:nvCxnSpPr>
        <p:spPr>
          <a:xfrm>
            <a:off x="6203950" y="4633112"/>
            <a:ext cx="0" cy="734609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B0820A3-3981-A33F-68B1-BEF5917E5501}"/>
              </a:ext>
            </a:extLst>
          </p:cNvPr>
          <p:cNvCxnSpPr>
            <a:cxnSpLocks/>
            <a:stCxn id="42" idx="2"/>
            <a:endCxn id="52" idx="0"/>
          </p:cNvCxnSpPr>
          <p:nvPr/>
        </p:nvCxnSpPr>
        <p:spPr>
          <a:xfrm flipH="1">
            <a:off x="6197600" y="5767511"/>
            <a:ext cx="6350" cy="63052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30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17453</TotalTime>
  <Words>56</Words>
  <Application>Microsoft Office PowerPoint</Application>
  <PresentationFormat>Custom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2013 - 2022 Theme</vt:lpstr>
      <vt:lpstr>Profile Routines Calling Trees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Hill</dc:creator>
  <cp:lastModifiedBy>Steven Hill</cp:lastModifiedBy>
  <cp:revision>20</cp:revision>
  <dcterms:created xsi:type="dcterms:W3CDTF">2025-05-12T15:19:15Z</dcterms:created>
  <dcterms:modified xsi:type="dcterms:W3CDTF">2025-11-21T05:10:40Z</dcterms:modified>
</cp:coreProperties>
</file>