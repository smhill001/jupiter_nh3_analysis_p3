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840" y="-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E73F-859F-A55E-802E-F2BC0E3A4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07F09-EF0B-9786-54D6-69C095C2E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EF544-C538-F5E1-9A98-F8FEBE11D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8AB5-6E15-4CB6-A564-2A4E019FA03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3778B-CA39-E0B7-63F0-2314D5F2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E54A4-058D-3C63-FE2D-26F3C3C5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EC4BD-3973-48B2-AA84-4D0EB926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0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5C1A1-2A9A-1FF1-2787-964CCD92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9325-404A-3791-E13C-64A55B809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F6CE2-F88E-D683-09B2-FE6B323A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8AB5-6E15-4CB6-A564-2A4E019FA03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D224D-19F3-5B78-0D31-0D5A9C641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C5BD-3C95-BD08-EC42-ED2535DB1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EC4BD-3973-48B2-AA84-4D0EB926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0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0619-AE6F-B337-3061-08BC0DE4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D1D61-72AB-B628-EBCF-99439E3F8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E7972-4D9F-BEEA-83CB-0A9CB168F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8AB5-6E15-4CB6-A564-2A4E019FA03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AED69-2B3F-0725-98D8-9CBCD873B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41F24-B46B-A6DD-F446-CA26BBC9C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EC4BD-3973-48B2-AA84-4D0EB926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28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4EF6C-736B-B45D-1BFC-813E3AAE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DF959-9CF7-6CE3-7337-4276E1768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75AA8-2349-88BC-4905-92D1C32D4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92A66-F821-97ED-4476-354F5BFDC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8AB5-6E15-4CB6-A564-2A4E019FA03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0E1C9-AF50-BBD8-01B0-E741789E0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01B64-AC91-95A8-451C-71812C0C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EC4BD-3973-48B2-AA84-4D0EB926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05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03D9-9B38-FB8F-724D-8BADEEA1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D7931-E749-780E-FEED-A6A8C7F7F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B6D0B-7A18-C6EF-D3B6-59FD397A9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D5CAB7-5DA4-C8A0-10D6-39493BD2E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ECB3E-6CC8-3484-8139-D0894D95D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B8E08F-C1D0-C055-E830-77CF1054A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8AB5-6E15-4CB6-A564-2A4E019FA03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742B9-5478-F1D2-056F-A715FE89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286AC-89CF-E560-0145-5F74FED0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EC4BD-3973-48B2-AA84-4D0EB926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2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C9BF7-8137-57E7-54E7-7EFF324E0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DC01B5-2B35-C7B0-6402-7B5520CFC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8AB5-6E15-4CB6-A564-2A4E019FA03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9150EC-308A-25D3-D462-2AE744C31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72B18-2C9D-C302-C856-C2939624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EC4BD-3973-48B2-AA84-4D0EB926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6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1F2AE5-E865-E986-CB68-089E3B5E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8AB5-6E15-4CB6-A564-2A4E019FA03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ACF75-F8C6-47F6-F85C-887196E8C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C0C70-B230-74DA-B6E5-9FB40477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EC4BD-3973-48B2-AA84-4D0EB926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643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C1E7-62E3-B340-C7A4-A428CC6BD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60365-39CD-8BF1-8368-B8357BE0B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CB99F-3CF0-9F94-9397-3753788A9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D229D-EDF4-C7F7-3DEA-B4784E45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8AB5-6E15-4CB6-A564-2A4E019FA03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FCEF5-F38B-32CC-393F-8AC57C659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DE89A-44D6-1144-12FE-0CF0C24C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EC4BD-3973-48B2-AA84-4D0EB926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24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9985-5305-F200-AF89-664401830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7F1484-30C5-8369-74D3-86A4D4AC8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37AE4-D80F-60B6-8083-199FF31E3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9D04E-2E0F-2F6F-785A-71798E5D3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8AB5-6E15-4CB6-A564-2A4E019FA03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59944-6973-29B8-ECA6-64FE7D7B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7699D-2AF9-7C8F-CA05-55F76C69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EC4BD-3973-48B2-AA84-4D0EB926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02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FC37-C21F-855C-5567-C1737558B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459FE-3C18-F82A-C0FC-B2D36B6A7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56618-E198-C050-36AE-140F26BB4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8AB5-6E15-4CB6-A564-2A4E019FA03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44A61-4F5E-2CC7-97AF-E6F1EE13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795A0-BE2A-983E-1809-4AA61195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EC4BD-3973-48B2-AA84-4D0EB926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6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A511F7-E304-3F58-064B-B5656F9ED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F0104-0639-DCB8-F18D-35128D534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97E69-D65C-B470-8C68-798DE471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8AB5-6E15-4CB6-A564-2A4E019FA03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99CC8-F29A-E621-E465-14C79FCDA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61E46-235D-BFD5-DE7C-2E486039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EC4BD-3973-48B2-AA84-4D0EB926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4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4F17FD-97F1-BCF5-2628-3C68A2F3A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94A39-7A43-80A8-3CA7-5C7CDA9A0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8E5CA-E37C-32BF-6C8C-6DA1DD0E5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78AB5-6E15-4CB6-A564-2A4E019FA03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A7026-BA34-7E0C-57D5-ECDF7527E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795CA-4CC0-74A6-D771-B07D1293E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EC4BD-3973-48B2-AA84-4D0EB926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576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4EDAD02-FDAD-A2AD-9ED0-2CB97642136F}"/>
              </a:ext>
            </a:extLst>
          </p:cNvPr>
          <p:cNvGrpSpPr/>
          <p:nvPr/>
        </p:nvGrpSpPr>
        <p:grpSpPr>
          <a:xfrm>
            <a:off x="0" y="641508"/>
            <a:ext cx="12199449" cy="5273061"/>
            <a:chOff x="424815" y="641509"/>
            <a:chExt cx="10972800" cy="4742857"/>
          </a:xfrm>
        </p:grpSpPr>
        <p:pic>
          <p:nvPicPr>
            <p:cNvPr id="2" name="Picture 6">
              <a:extLst>
                <a:ext uri="{FF2B5EF4-FFF2-40B4-BE49-F238E27FC236}">
                  <a16:creationId xmlns:a16="http://schemas.microsoft.com/office/drawing/2014/main" id="{18E273C0-7ED8-4823-A8BB-9074D6B951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044"/>
            <a:stretch>
              <a:fillRect/>
            </a:stretch>
          </p:blipFill>
          <p:spPr bwMode="auto">
            <a:xfrm>
              <a:off x="7740015" y="4215553"/>
              <a:ext cx="3657600" cy="11688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B5A5AE6-6B6A-E640-DD5C-201ABFBD77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815" y="641509"/>
              <a:ext cx="3657600" cy="365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7E265E75-65F1-05EC-1E13-60A5A1B806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2415" y="641509"/>
              <a:ext cx="3657600" cy="365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D7E76D21-D7E6-4B4A-6689-96465139B2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309"/>
            <a:stretch>
              <a:fillRect/>
            </a:stretch>
          </p:blipFill>
          <p:spPr bwMode="auto">
            <a:xfrm>
              <a:off x="7740015" y="641509"/>
              <a:ext cx="3657600" cy="3426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67E153E4-F4E6-AE2A-84D0-19D5D65D1A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72" t="4979" r="24930" b="1989"/>
            <a:stretch>
              <a:fillRect/>
            </a:stretch>
          </p:blipFill>
          <p:spPr bwMode="auto">
            <a:xfrm>
              <a:off x="8252248" y="4258170"/>
              <a:ext cx="2633134" cy="874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56677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Hill</dc:creator>
  <cp:lastModifiedBy>Steven Hill</cp:lastModifiedBy>
  <cp:revision>3</cp:revision>
  <dcterms:created xsi:type="dcterms:W3CDTF">2026-02-24T18:00:43Z</dcterms:created>
  <dcterms:modified xsi:type="dcterms:W3CDTF">2026-02-24T22:37:11Z</dcterms:modified>
</cp:coreProperties>
</file>